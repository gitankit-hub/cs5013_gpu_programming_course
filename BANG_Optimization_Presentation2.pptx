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197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4793" y="1174729"/>
            <a:ext cx="7772400" cy="1470025"/>
          </a:xfrm>
        </p:spPr>
        <p:txBody>
          <a:bodyPr/>
          <a:lstStyle/>
          <a:p>
            <a:r>
              <a:rPr dirty="0"/>
              <a:t>BANG GPU Optimization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Ankit Agrawal | Zaki Haseeb Kazi | Khushal Bhalia</a:t>
            </a:r>
          </a:p>
          <a:p>
            <a:r>
              <a:t>Roll Nos: CS24MTECH12019, CS25MTECH11021, CS25MTECH14008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Achieved Results – SIFT100M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Improvements (SIFT100M)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984724"/>
              </p:ext>
            </p:extLst>
          </p:nvPr>
        </p:nvGraphicFramePr>
        <p:xfrm>
          <a:off x="457200" y="2406936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Optimized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Wall Clock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36.8% faster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Throughput (QPS)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42% 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Recall@10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Identical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Achieved Results – DEEP100M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Speedups range from 24% to 35% across L values.</a:t>
            </a:r>
          </a:p>
          <a:p>
            <a:r>
              <a:t>Throughput gain goes up to 54%.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Optimizations:</a:t>
            </a:r>
          </a:p>
          <a:p>
            <a:pPr lvl="1"/>
            <a:r>
              <a:t>Kernel Fusion – removed 160+ kernel launches</a:t>
            </a:r>
          </a:p>
          <a:p>
            <a:pPr lvl="1"/>
            <a:r>
              <a:t>Adaptive Bitonic Sort (128 → 64 elements)</a:t>
            </a:r>
          </a:p>
          <a:p>
            <a:pPr lvl="1"/>
            <a:r>
              <a:t>Binary Search Insertion for overflow handling</a:t>
            </a:r>
          </a:p>
          <a:p>
            <a:pPr lvl="1"/>
            <a:r>
              <a:t>Block Size Tuning (256 → 128 threads)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Individual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Contributions:</a:t>
            </a:r>
          </a:p>
          <a:p>
            <a:pPr lvl="1"/>
            <a:r>
              <a:t>Ankit Agrawal – Kernel Fusion, Shared Memory Optimization</a:t>
            </a:r>
          </a:p>
          <a:p>
            <a:pPr lvl="1"/>
            <a:r>
              <a:t>Zaki Kazi – Bitonic Sort Optimization, Binary Insertion Logic</a:t>
            </a:r>
          </a:p>
          <a:p>
            <a:pPr lvl="1"/>
            <a:r>
              <a:t>Khushal Bhalia – Block Size Tuning, Race Condition Fix,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157</Words>
  <Application>Microsoft Office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BANG GPU Optimization Project</vt:lpstr>
      <vt:lpstr>Achieved Results – SIFT100M</vt:lpstr>
      <vt:lpstr>Achieved Results – DEEP100M</vt:lpstr>
      <vt:lpstr>Optimizations Performed</vt:lpstr>
      <vt:lpstr>Individual Contributions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Khushal Bhalia</cp:lastModifiedBy>
  <cp:revision>2</cp:revision>
  <dcterms:created xsi:type="dcterms:W3CDTF">2013-01-27T09:14:16Z</dcterms:created>
  <dcterms:modified xsi:type="dcterms:W3CDTF">2025-11-27T20:36:26Z</dcterms:modified>
  <cp:category/>
</cp:coreProperties>
</file>