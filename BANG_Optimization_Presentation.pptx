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49646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22C5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BANG Algorithm Optimization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81000" y="800100"/>
            <a:ext cx="854964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CS5013 GPU Programming | M.Tech CSE | IIT Hyderabad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00050" y="1367730"/>
            <a:ext cx="0" cy="232767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3400" y="1367730"/>
            <a:ext cx="4206812" cy="232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3"/>
              </a:lnSpc>
              <a:buNone/>
            </a:pPr>
            <a:r>
              <a:rPr lang="en-US" sz="165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Objectives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381000" y="2214860"/>
            <a:ext cx="2692450" cy="1531441"/>
          </a:xfrm>
          <a:prstGeom prst="roundRect">
            <a:avLst>
              <a:gd name="adj" fmla="val 497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400" y="2367260"/>
            <a:ext cx="243540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3400" y="2870150"/>
            <a:ext cx="243540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Kernel Launch Overhead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33400" y="3113931"/>
            <a:ext cx="2435403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 3 separate kernels into a single kernel to minimize launch latency and global memory round-trips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25850" y="2214860"/>
            <a:ext cx="2692450" cy="1531441"/>
          </a:xfrm>
          <a:prstGeom prst="roundRect">
            <a:avLst>
              <a:gd name="adj" fmla="val 497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78250" y="2367260"/>
            <a:ext cx="243540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78250" y="2870150"/>
            <a:ext cx="243540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Sorting Operations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8250" y="3113931"/>
            <a:ext cx="2435403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adaptive bitonic sort (128 to 64 elements) with binary search insertion for edge cases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70699" y="2214860"/>
            <a:ext cx="2692450" cy="1531441"/>
          </a:xfrm>
          <a:prstGeom prst="roundRect">
            <a:avLst>
              <a:gd name="adj" fmla="val 497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23099" y="2367260"/>
            <a:ext cx="243540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23099" y="2870150"/>
            <a:ext cx="243540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GPU Occupancy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23099" y="3113931"/>
            <a:ext cx="2435403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 block size (256 to 128 threads) for better SM utilization and faster barrier synchronization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1000" y="4360664"/>
            <a:ext cx="8382000" cy="401836"/>
          </a:xfrm>
          <a:prstGeom prst="roundRect">
            <a:avLst>
              <a:gd name="adj" fmla="val 94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00050" y="4360664"/>
            <a:ext cx="0" cy="401836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" y="4474964"/>
            <a:ext cx="38619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1178719" y="4474964"/>
            <a:ext cx="3008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 speedup while maintaining 90%+ Recall@10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0" y="381000"/>
            <a:ext cx="0" cy="26670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3400" y="381000"/>
            <a:ext cx="42068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Deliverables and Results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81000" y="1356717"/>
            <a:ext cx="38473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22C5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1000" y="1611957"/>
            <a:ext cx="3771900" cy="624632"/>
          </a:xfrm>
          <a:prstGeom prst="roundRect">
            <a:avLst>
              <a:gd name="adj" fmla="val 121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14350" y="1745307"/>
            <a:ext cx="357530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fused_kernel.cu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514350" y="1956643"/>
            <a:ext cx="357530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fused kernel with 4-phase execution: Filter, Distance, Sort, Merge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381000" y="2331839"/>
            <a:ext cx="3771900" cy="624632"/>
          </a:xfrm>
          <a:prstGeom prst="roundRect">
            <a:avLst>
              <a:gd name="adj" fmla="val 121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4350" y="2465189"/>
            <a:ext cx="357530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Bitonic Sort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514350" y="2676525"/>
            <a:ext cx="357530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64-element sort (6 stages) + binary search insertion for overflow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381000" y="3051721"/>
            <a:ext cx="3771900" cy="624632"/>
          </a:xfrm>
          <a:prstGeom prst="roundRect">
            <a:avLst>
              <a:gd name="adj" fmla="val 121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4350" y="3185071"/>
            <a:ext cx="357530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Package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514350" y="3396407"/>
            <a:ext cx="357530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README, Makefile, run scripts, test cases, expected outputs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381000" y="3771602"/>
            <a:ext cx="3771900" cy="624632"/>
          </a:xfrm>
          <a:prstGeom prst="roundRect">
            <a:avLst>
              <a:gd name="adj" fmla="val 1219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14350" y="3904952"/>
            <a:ext cx="357530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514350" y="4116288"/>
            <a:ext cx="357530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report with methodology, results, and analysis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4381500" y="1508968"/>
            <a:ext cx="44691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22C5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RESULTS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81500" y="1783259"/>
            <a:ext cx="4381500" cy="1996083"/>
          </a:xfrm>
          <a:prstGeom prst="roundRect">
            <a:avLst>
              <a:gd name="adj" fmla="val 381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43425" y="1945184"/>
            <a:ext cx="41388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SIFT100M Dataset (100M vectors, D=128)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32095" y="2219474"/>
            <a:ext cx="1155689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27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4532095" y="2699445"/>
            <a:ext cx="11556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5979448" y="2219474"/>
            <a:ext cx="1155689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27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720K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5979448" y="2699445"/>
            <a:ext cx="11556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QPS (vs 508K)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7426501" y="2219474"/>
            <a:ext cx="1186354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27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90.69%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7426501" y="2699445"/>
            <a:ext cx="118635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Recall@10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4543425" y="2998440"/>
            <a:ext cx="1301800" cy="618976"/>
          </a:xfrm>
          <a:prstGeom prst="roundRect">
            <a:avLst>
              <a:gd name="adj" fmla="val 6155"/>
            </a:avLst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646993" y="3074640"/>
            <a:ext cx="109466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Clock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4646993" y="3221236"/>
            <a:ext cx="10946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13.9ms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46993" y="3407866"/>
            <a:ext cx="10946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from 20ms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921425" y="2998440"/>
            <a:ext cx="1301800" cy="618976"/>
          </a:xfrm>
          <a:prstGeom prst="roundRect">
            <a:avLst>
              <a:gd name="adj" fmla="val 6155"/>
            </a:avLst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24993" y="3074640"/>
            <a:ext cx="109466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Launches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6024993" y="3221236"/>
            <a:ext cx="10946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24993" y="3407866"/>
            <a:ext cx="10946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from 240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299424" y="2998440"/>
            <a:ext cx="1301800" cy="618976"/>
          </a:xfrm>
          <a:prstGeom prst="roundRect">
            <a:avLst>
              <a:gd name="adj" fmla="val 6155"/>
            </a:avLst>
          </a:prstGeom>
          <a:solidFill>
            <a:srgbClr val="0F17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402992" y="3074640"/>
            <a:ext cx="109466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 Kernel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7402992" y="3221236"/>
            <a:ext cx="10946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10.88ms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402992" y="3407866"/>
            <a:ext cx="10946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from 15.8ms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381500" y="3893641"/>
            <a:ext cx="4381500" cy="350490"/>
          </a:xfrm>
          <a:prstGeom prst="roundRect">
            <a:avLst>
              <a:gd name="adj" fmla="val 16306"/>
            </a:avLst>
          </a:prstGeom>
          <a:solidFill>
            <a:srgbClr val="3341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514850" y="3988891"/>
            <a:ext cx="419709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DEEP100M: 29-35% speedup across L=10 to L=100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0" y="381000"/>
            <a:ext cx="0" cy="26670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3400" y="381000"/>
            <a:ext cx="42068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1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Individual Contributions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81000" y="1350764"/>
            <a:ext cx="2667000" cy="2651373"/>
          </a:xfrm>
          <a:prstGeom prst="roundRect">
            <a:avLst>
              <a:gd name="adj" fmla="val 3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369814"/>
            <a:ext cx="266700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1500" y="1579364"/>
            <a:ext cx="23317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 1 Name]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71500" y="2009775"/>
            <a:ext cx="23317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1200"/>
              </a:spcAft>
              <a:buNone/>
            </a:pPr>
            <a:r>
              <a:rPr lang="en-US" sz="825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Roll: CS24MTECH_____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571500" y="2461171"/>
            <a:ext cx="23317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CONTRIBUTIONS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71500" y="2683966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Fusion Design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86300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7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4-phase fused kernel architecture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71500" y="3091607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Computation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27064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7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8-thread parallel L2 distance with warp shuffle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71500" y="3499247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Testing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67828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SIFT100M and DEEP100M benchmarking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238500" y="1350764"/>
            <a:ext cx="2667000" cy="2651373"/>
          </a:xfrm>
          <a:prstGeom prst="roundRect">
            <a:avLst>
              <a:gd name="adj" fmla="val 3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238500" y="1369814"/>
            <a:ext cx="2667000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579364"/>
            <a:ext cx="23317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 2 Name]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29000" y="2009775"/>
            <a:ext cx="23317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1200"/>
              </a:spcAft>
              <a:buNone/>
            </a:pPr>
            <a:r>
              <a:rPr lang="en-US" sz="825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Roll: CS24MTECH_____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3429000" y="2461171"/>
            <a:ext cx="23317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CONTRIBUTIONS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3429000" y="2683966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Bitonic Sort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43300" y="286300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7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64-element bitonic with 6 stages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29000" y="3091607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 Insertion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543300" y="327064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7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O(log n) overflow handling for 65th element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29000" y="3499247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Size Tuning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43300" y="367828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 256 to 128 threads for occupancy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096000" y="1350764"/>
            <a:ext cx="2667000" cy="2651373"/>
          </a:xfrm>
          <a:prstGeom prst="roundRect">
            <a:avLst>
              <a:gd name="adj" fmla="val 3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096000" y="1369814"/>
            <a:ext cx="2667000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86500" y="1579364"/>
            <a:ext cx="23317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 3 Name]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286500" y="2009775"/>
            <a:ext cx="23317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1200"/>
              </a:spcAft>
              <a:buNone/>
            </a:pPr>
            <a:r>
              <a:rPr lang="en-US" sz="825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Roll: CS24MTECH_____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6286500" y="2461171"/>
            <a:ext cx="233172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CONTRIBUTIONS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6286500" y="2683966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Memory Layout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286300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7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efficient shared memory allocation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86500" y="3091607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Condition Fix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00800" y="327064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75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d_nextIter flag synchronization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86500" y="3499247"/>
            <a:ext cx="233172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150"/>
              </a:spcAft>
              <a:buNone/>
            </a:pPr>
            <a:r>
              <a:rPr lang="en-US" sz="9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0" y="3678287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Report, README, and test case creation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297180" y="4629150"/>
            <a:ext cx="8549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Programming Project | November 2025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BANG Algorithm Optimization</dc:title>
  <dc:subject>GPU Programming Project</dc:subject>
  <dc:creator>IIT Hyderabad</dc:creator>
  <cp:lastModifiedBy>IIT Hyderabad</cp:lastModifiedBy>
  <cp:revision>1</cp:revision>
  <dcterms:created xsi:type="dcterms:W3CDTF">2025-11-27T18:32:39Z</dcterms:created>
  <dcterms:modified xsi:type="dcterms:W3CDTF">2025-11-27T18:32:39Z</dcterms:modified>
</cp:coreProperties>
</file>